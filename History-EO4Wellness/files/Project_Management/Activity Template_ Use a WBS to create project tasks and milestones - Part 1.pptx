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2" name="Google Shape;52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4" name="Google Shape;54;p13"/>
          <p:cNvCxnSpPr/>
          <p:nvPr/>
        </p:nvCxnSpPr>
        <p:spPr>
          <a:xfrm>
            <a:off x="4440813" y="1524887"/>
            <a:ext cx="0" cy="1079100"/>
          </a:xfrm>
          <a:prstGeom prst="straightConnector1">
            <a:avLst/>
          </a:prstGeom>
          <a:noFill/>
          <a:ln cap="flat" cmpd="sng" w="9525">
            <a:solidFill>
              <a:srgbClr val="D9D9D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55" name="Google Shape;55;p13"/>
          <p:cNvCxnSpPr/>
          <p:nvPr/>
        </p:nvCxnSpPr>
        <p:spPr>
          <a:xfrm>
            <a:off x="6311650" y="2753237"/>
            <a:ext cx="2100" cy="1821300"/>
          </a:xfrm>
          <a:prstGeom prst="straightConnector1">
            <a:avLst/>
          </a:prstGeom>
          <a:noFill/>
          <a:ln cap="flat" cmpd="sng" w="9525">
            <a:solidFill>
              <a:srgbClr val="D9D9D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56" name="Google Shape;56;p13"/>
          <p:cNvCxnSpPr/>
          <p:nvPr/>
        </p:nvCxnSpPr>
        <p:spPr>
          <a:xfrm>
            <a:off x="6311639" y="4574460"/>
            <a:ext cx="548400" cy="0"/>
          </a:xfrm>
          <a:prstGeom prst="straightConnector1">
            <a:avLst/>
          </a:prstGeom>
          <a:noFill/>
          <a:ln cap="flat" cmpd="sng" w="9525">
            <a:solidFill>
              <a:srgbClr val="D9D9D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57" name="Google Shape;57;p13"/>
          <p:cNvCxnSpPr/>
          <p:nvPr/>
        </p:nvCxnSpPr>
        <p:spPr>
          <a:xfrm>
            <a:off x="6313713" y="4015886"/>
            <a:ext cx="568500" cy="900"/>
          </a:xfrm>
          <a:prstGeom prst="straightConnector1">
            <a:avLst/>
          </a:prstGeom>
          <a:noFill/>
          <a:ln cap="flat" cmpd="sng" w="9525">
            <a:solidFill>
              <a:srgbClr val="D9D9D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58" name="Google Shape;58;p13"/>
          <p:cNvCxnSpPr/>
          <p:nvPr/>
        </p:nvCxnSpPr>
        <p:spPr>
          <a:xfrm>
            <a:off x="6313963" y="3458210"/>
            <a:ext cx="548400" cy="0"/>
          </a:xfrm>
          <a:prstGeom prst="straightConnector1">
            <a:avLst/>
          </a:prstGeom>
          <a:noFill/>
          <a:ln cap="flat" cmpd="sng" w="9525">
            <a:solidFill>
              <a:srgbClr val="D9D9D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59" name="Google Shape;59;p13"/>
          <p:cNvCxnSpPr/>
          <p:nvPr/>
        </p:nvCxnSpPr>
        <p:spPr>
          <a:xfrm>
            <a:off x="3672713" y="2756112"/>
            <a:ext cx="2100" cy="1821300"/>
          </a:xfrm>
          <a:prstGeom prst="straightConnector1">
            <a:avLst/>
          </a:prstGeom>
          <a:noFill/>
          <a:ln cap="flat" cmpd="sng" w="9525">
            <a:solidFill>
              <a:srgbClr val="D9D9D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0" name="Google Shape;60;p13"/>
          <p:cNvCxnSpPr/>
          <p:nvPr/>
        </p:nvCxnSpPr>
        <p:spPr>
          <a:xfrm>
            <a:off x="3674726" y="4577335"/>
            <a:ext cx="548400" cy="0"/>
          </a:xfrm>
          <a:prstGeom prst="straightConnector1">
            <a:avLst/>
          </a:prstGeom>
          <a:noFill/>
          <a:ln cap="flat" cmpd="sng" w="9525">
            <a:solidFill>
              <a:srgbClr val="D9D9D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1" name="Google Shape;61;p13"/>
          <p:cNvCxnSpPr/>
          <p:nvPr/>
        </p:nvCxnSpPr>
        <p:spPr>
          <a:xfrm>
            <a:off x="3674776" y="4018761"/>
            <a:ext cx="568500" cy="900"/>
          </a:xfrm>
          <a:prstGeom prst="straightConnector1">
            <a:avLst/>
          </a:prstGeom>
          <a:noFill/>
          <a:ln cap="flat" cmpd="sng" w="9525">
            <a:solidFill>
              <a:srgbClr val="D9D9D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2" name="Google Shape;62;p13"/>
          <p:cNvCxnSpPr/>
          <p:nvPr/>
        </p:nvCxnSpPr>
        <p:spPr>
          <a:xfrm>
            <a:off x="3675025" y="3461085"/>
            <a:ext cx="548400" cy="0"/>
          </a:xfrm>
          <a:prstGeom prst="straightConnector1">
            <a:avLst/>
          </a:prstGeom>
          <a:noFill/>
          <a:ln cap="flat" cmpd="sng" w="9525">
            <a:solidFill>
              <a:srgbClr val="D9D9D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3" name="Google Shape;63;p13"/>
          <p:cNvCxnSpPr/>
          <p:nvPr/>
        </p:nvCxnSpPr>
        <p:spPr>
          <a:xfrm>
            <a:off x="999614" y="4577335"/>
            <a:ext cx="548400" cy="0"/>
          </a:xfrm>
          <a:prstGeom prst="straightConnector1">
            <a:avLst/>
          </a:prstGeom>
          <a:noFill/>
          <a:ln cap="flat" cmpd="sng" w="9525">
            <a:solidFill>
              <a:srgbClr val="D9D9D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4" name="Google Shape;64;p13"/>
          <p:cNvCxnSpPr/>
          <p:nvPr/>
        </p:nvCxnSpPr>
        <p:spPr>
          <a:xfrm>
            <a:off x="989563" y="4018761"/>
            <a:ext cx="568500" cy="900"/>
          </a:xfrm>
          <a:prstGeom prst="straightConnector1">
            <a:avLst/>
          </a:prstGeom>
          <a:noFill/>
          <a:ln cap="flat" cmpd="sng" w="9525">
            <a:solidFill>
              <a:srgbClr val="D9D9D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5" name="Google Shape;65;p13"/>
          <p:cNvCxnSpPr/>
          <p:nvPr/>
        </p:nvCxnSpPr>
        <p:spPr>
          <a:xfrm>
            <a:off x="989813" y="3461085"/>
            <a:ext cx="548400" cy="0"/>
          </a:xfrm>
          <a:prstGeom prst="straightConnector1">
            <a:avLst/>
          </a:prstGeom>
          <a:noFill/>
          <a:ln cap="flat" cmpd="sng" w="9525">
            <a:solidFill>
              <a:srgbClr val="D9D9D9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66" name="Google Shape;66;p13"/>
          <p:cNvSpPr txBox="1"/>
          <p:nvPr/>
        </p:nvSpPr>
        <p:spPr>
          <a:xfrm>
            <a:off x="989575" y="1392200"/>
            <a:ext cx="7044900" cy="564600"/>
          </a:xfrm>
          <a:prstGeom prst="rect">
            <a:avLst/>
          </a:prstGeom>
          <a:solidFill>
            <a:srgbClr val="F3F3F3"/>
          </a:solidFill>
          <a:ln cap="flat" cmpd="sng" w="9525">
            <a:solidFill>
              <a:srgbClr val="6AA84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1" lang="en" sz="1700">
                <a:solidFill>
                  <a:srgbClr val="38761D"/>
                </a:solidFill>
              </a:rPr>
              <a:t>[Title]</a:t>
            </a:r>
            <a:endParaRPr b="1" i="0" sz="1700" u="none" cap="none" strike="noStrike">
              <a:solidFill>
                <a:srgbClr val="38761D"/>
              </a:solidFill>
            </a:endParaRPr>
          </a:p>
        </p:txBody>
      </p:sp>
      <p:sp>
        <p:nvSpPr>
          <p:cNvPr id="67" name="Google Shape;67;p13"/>
          <p:cNvSpPr txBox="1"/>
          <p:nvPr/>
        </p:nvSpPr>
        <p:spPr>
          <a:xfrm>
            <a:off x="6558203" y="4378400"/>
            <a:ext cx="1863000" cy="392100"/>
          </a:xfrm>
          <a:prstGeom prst="rect">
            <a:avLst/>
          </a:prstGeom>
          <a:solidFill>
            <a:srgbClr val="D9EAD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i="0" lang="en" sz="1000" u="none" cap="none" strike="noStrike">
                <a:solidFill>
                  <a:schemeClr val="dk1"/>
                </a:solidFill>
              </a:rPr>
              <a:t>Task 3</a:t>
            </a:r>
            <a:endParaRPr i="0" sz="1000" u="none" cap="none" strike="noStrike">
              <a:solidFill>
                <a:srgbClr val="000000"/>
              </a:solidFill>
            </a:endParaRPr>
          </a:p>
        </p:txBody>
      </p:sp>
      <p:sp>
        <p:nvSpPr>
          <p:cNvPr id="68" name="Google Shape;68;p13"/>
          <p:cNvSpPr txBox="1"/>
          <p:nvPr/>
        </p:nvSpPr>
        <p:spPr>
          <a:xfrm>
            <a:off x="6545903" y="3818500"/>
            <a:ext cx="1863000" cy="392100"/>
          </a:xfrm>
          <a:prstGeom prst="rect">
            <a:avLst/>
          </a:prstGeom>
          <a:solidFill>
            <a:srgbClr val="D9EAD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i="0" lang="en" sz="1000" u="none" cap="none" strike="noStrike">
                <a:solidFill>
                  <a:schemeClr val="dk1"/>
                </a:solidFill>
              </a:rPr>
              <a:t>Task 2</a:t>
            </a:r>
            <a:endParaRPr i="0" sz="1000" u="none" cap="none" strike="noStrike">
              <a:solidFill>
                <a:srgbClr val="000000"/>
              </a:solidFill>
            </a:endParaRPr>
          </a:p>
        </p:txBody>
      </p:sp>
      <p:sp>
        <p:nvSpPr>
          <p:cNvPr id="69" name="Google Shape;69;p13"/>
          <p:cNvSpPr txBox="1"/>
          <p:nvPr/>
        </p:nvSpPr>
        <p:spPr>
          <a:xfrm>
            <a:off x="6533603" y="3248800"/>
            <a:ext cx="1863000" cy="392100"/>
          </a:xfrm>
          <a:prstGeom prst="rect">
            <a:avLst/>
          </a:prstGeom>
          <a:solidFill>
            <a:srgbClr val="D9EAD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i="0" lang="en" sz="1000" u="none" cap="none" strike="noStrike">
                <a:solidFill>
                  <a:schemeClr val="dk1"/>
                </a:solidFill>
              </a:rPr>
              <a:t>Task 1</a:t>
            </a:r>
            <a:endParaRPr i="0" sz="1000" u="none" cap="none" strike="noStrike">
              <a:solidFill>
                <a:schemeClr val="dk1"/>
              </a:solidFill>
            </a:endParaRPr>
          </a:p>
        </p:txBody>
      </p:sp>
      <p:sp>
        <p:nvSpPr>
          <p:cNvPr id="70" name="Google Shape;70;p13"/>
          <p:cNvSpPr txBox="1"/>
          <p:nvPr/>
        </p:nvSpPr>
        <p:spPr>
          <a:xfrm>
            <a:off x="3908695" y="4381275"/>
            <a:ext cx="1955400" cy="392100"/>
          </a:xfrm>
          <a:prstGeom prst="rect">
            <a:avLst/>
          </a:prstGeom>
          <a:solidFill>
            <a:srgbClr val="D9EAD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i="0" lang="en" sz="1000" u="none" cap="none" strike="noStrike">
                <a:solidFill>
                  <a:schemeClr val="dk1"/>
                </a:solidFill>
              </a:rPr>
              <a:t>Task 3</a:t>
            </a:r>
            <a:endParaRPr i="0" sz="1000" u="none" cap="none" strike="noStrike">
              <a:solidFill>
                <a:srgbClr val="000000"/>
              </a:solidFill>
            </a:endParaRPr>
          </a:p>
        </p:txBody>
      </p:sp>
      <p:sp>
        <p:nvSpPr>
          <p:cNvPr id="71" name="Google Shape;71;p13"/>
          <p:cNvSpPr txBox="1"/>
          <p:nvPr/>
        </p:nvSpPr>
        <p:spPr>
          <a:xfrm>
            <a:off x="3895785" y="3821375"/>
            <a:ext cx="1955400" cy="392100"/>
          </a:xfrm>
          <a:prstGeom prst="rect">
            <a:avLst/>
          </a:prstGeom>
          <a:solidFill>
            <a:srgbClr val="D9EAD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i="0" lang="en" sz="1000" u="none" cap="none" strike="noStrike">
                <a:solidFill>
                  <a:schemeClr val="dk1"/>
                </a:solidFill>
              </a:rPr>
              <a:t>Task 2</a:t>
            </a:r>
            <a:endParaRPr i="0" sz="1000" u="none" cap="none" strike="noStrike">
              <a:solidFill>
                <a:srgbClr val="000000"/>
              </a:solidFill>
            </a:endParaRPr>
          </a:p>
        </p:txBody>
      </p:sp>
      <p:sp>
        <p:nvSpPr>
          <p:cNvPr id="72" name="Google Shape;72;p13"/>
          <p:cNvSpPr txBox="1"/>
          <p:nvPr/>
        </p:nvSpPr>
        <p:spPr>
          <a:xfrm>
            <a:off x="3882875" y="3251675"/>
            <a:ext cx="1955400" cy="392100"/>
          </a:xfrm>
          <a:prstGeom prst="rect">
            <a:avLst/>
          </a:prstGeom>
          <a:solidFill>
            <a:srgbClr val="D9EAD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i="0" lang="en" sz="1000" u="none" cap="none" strike="noStrike">
                <a:solidFill>
                  <a:schemeClr val="dk1"/>
                </a:solidFill>
              </a:rPr>
              <a:t>Task 1</a:t>
            </a:r>
            <a:endParaRPr i="0" sz="1000" u="none" cap="none" strike="noStrike">
              <a:solidFill>
                <a:schemeClr val="dk1"/>
              </a:solidFill>
            </a:endParaRPr>
          </a:p>
        </p:txBody>
      </p:sp>
      <p:sp>
        <p:nvSpPr>
          <p:cNvPr id="73" name="Google Shape;73;p13"/>
          <p:cNvSpPr txBox="1"/>
          <p:nvPr/>
        </p:nvSpPr>
        <p:spPr>
          <a:xfrm>
            <a:off x="1257364" y="4381275"/>
            <a:ext cx="1943700" cy="392100"/>
          </a:xfrm>
          <a:prstGeom prst="rect">
            <a:avLst/>
          </a:prstGeom>
          <a:solidFill>
            <a:srgbClr val="D9EAD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i="0" lang="en" sz="1000" u="none" cap="none" strike="noStrike">
                <a:solidFill>
                  <a:schemeClr val="dk1"/>
                </a:solidFill>
              </a:rPr>
              <a:t>Task 3</a:t>
            </a:r>
            <a:endParaRPr i="0" sz="1000" u="none" cap="none" strike="noStrike">
              <a:solidFill>
                <a:srgbClr val="000000"/>
              </a:solidFill>
            </a:endParaRPr>
          </a:p>
        </p:txBody>
      </p:sp>
      <p:sp>
        <p:nvSpPr>
          <p:cNvPr id="74" name="Google Shape;74;p13"/>
          <p:cNvSpPr txBox="1"/>
          <p:nvPr/>
        </p:nvSpPr>
        <p:spPr>
          <a:xfrm>
            <a:off x="1244532" y="3821375"/>
            <a:ext cx="1943700" cy="392100"/>
          </a:xfrm>
          <a:prstGeom prst="rect">
            <a:avLst/>
          </a:prstGeom>
          <a:solidFill>
            <a:srgbClr val="D9EAD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i="0" lang="en" sz="1000" u="none" cap="none" strike="noStrike">
                <a:solidFill>
                  <a:schemeClr val="dk1"/>
                </a:solidFill>
              </a:rPr>
              <a:t>Task 2</a:t>
            </a:r>
            <a:endParaRPr i="0" sz="1000" u="none" cap="none" strike="noStrike">
              <a:solidFill>
                <a:srgbClr val="000000"/>
              </a:solidFill>
            </a:endParaRPr>
          </a:p>
        </p:txBody>
      </p:sp>
      <p:sp>
        <p:nvSpPr>
          <p:cNvPr id="75" name="Google Shape;75;p13"/>
          <p:cNvSpPr txBox="1"/>
          <p:nvPr/>
        </p:nvSpPr>
        <p:spPr>
          <a:xfrm>
            <a:off x="1231700" y="3251675"/>
            <a:ext cx="1943700" cy="392100"/>
          </a:xfrm>
          <a:prstGeom prst="rect">
            <a:avLst/>
          </a:prstGeom>
          <a:solidFill>
            <a:srgbClr val="D9EAD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i="0" lang="en" sz="1000" u="none" cap="none" strike="noStrike">
                <a:solidFill>
                  <a:schemeClr val="dk1"/>
                </a:solidFill>
              </a:rPr>
              <a:t>Task 1</a:t>
            </a:r>
            <a:endParaRPr i="0" sz="1000" u="none" cap="none" strike="noStrike">
              <a:solidFill>
                <a:schemeClr val="dk1"/>
              </a:solidFill>
            </a:endParaRPr>
          </a:p>
        </p:txBody>
      </p:sp>
      <p:pic>
        <p:nvPicPr>
          <p:cNvPr descr="Fictional Company Logo&#10;" id="76" name="Google Shape;76;p13" title="Office Green Company Logo"/>
          <p:cNvPicPr preferRelativeResize="0"/>
          <p:nvPr/>
        </p:nvPicPr>
        <p:blipFill rotWithShape="1">
          <a:blip r:embed="rId3">
            <a:alphaModFix/>
          </a:blip>
          <a:srcRect b="0" l="3910" r="0" t="0"/>
          <a:stretch/>
        </p:blipFill>
        <p:spPr>
          <a:xfrm>
            <a:off x="3722425" y="211400"/>
            <a:ext cx="1399540" cy="1069575"/>
          </a:xfrm>
          <a:prstGeom prst="rect">
            <a:avLst/>
          </a:prstGeom>
          <a:noFill/>
          <a:ln>
            <a:noFill/>
          </a:ln>
        </p:spPr>
      </p:pic>
      <p:sp>
        <p:nvSpPr>
          <p:cNvPr id="77" name="Google Shape;77;p13"/>
          <p:cNvSpPr/>
          <p:nvPr/>
        </p:nvSpPr>
        <p:spPr>
          <a:xfrm>
            <a:off x="-24700" y="13175"/>
            <a:ext cx="9144000" cy="87000"/>
          </a:xfrm>
          <a:prstGeom prst="rect">
            <a:avLst/>
          </a:prstGeom>
          <a:solidFill>
            <a:srgbClr val="6AA84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78" name="Google Shape;78;p13"/>
          <p:cNvCxnSpPr/>
          <p:nvPr/>
        </p:nvCxnSpPr>
        <p:spPr>
          <a:xfrm>
            <a:off x="1011275" y="2756112"/>
            <a:ext cx="2100" cy="1821300"/>
          </a:xfrm>
          <a:prstGeom prst="straightConnector1">
            <a:avLst/>
          </a:prstGeom>
          <a:noFill/>
          <a:ln cap="flat" cmpd="sng" w="9525">
            <a:solidFill>
              <a:srgbClr val="D9D9D9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79" name="Google Shape;79;p13"/>
          <p:cNvSpPr/>
          <p:nvPr/>
        </p:nvSpPr>
        <p:spPr>
          <a:xfrm rot="-5400000">
            <a:off x="4246700" y="-395450"/>
            <a:ext cx="351000" cy="5487300"/>
          </a:xfrm>
          <a:prstGeom prst="rightBracket">
            <a:avLst>
              <a:gd fmla="val 8333" name="adj"/>
            </a:avLst>
          </a:prstGeom>
          <a:noFill/>
          <a:ln cap="flat" cmpd="sng" w="9525">
            <a:solidFill>
              <a:srgbClr val="D9D9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0" name="Google Shape;80;p13"/>
          <p:cNvSpPr txBox="1"/>
          <p:nvPr/>
        </p:nvSpPr>
        <p:spPr>
          <a:xfrm>
            <a:off x="6311638" y="2364027"/>
            <a:ext cx="1722900" cy="578400"/>
          </a:xfrm>
          <a:prstGeom prst="rect">
            <a:avLst/>
          </a:prstGeom>
          <a:solidFill>
            <a:srgbClr val="6AA84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" sz="1100" u="none" cap="none" strike="noStrike">
                <a:solidFill>
                  <a:srgbClr val="FFFFFF"/>
                </a:solidFill>
              </a:rPr>
              <a:t>Milestone 3</a:t>
            </a:r>
            <a:endParaRPr b="1" i="0" sz="1100" u="none" cap="none" strike="noStrike">
              <a:solidFill>
                <a:srgbClr val="FFFFFF"/>
              </a:solidFill>
            </a:endParaRPr>
          </a:p>
        </p:txBody>
      </p:sp>
      <p:sp>
        <p:nvSpPr>
          <p:cNvPr id="81" name="Google Shape;81;p13"/>
          <p:cNvSpPr txBox="1"/>
          <p:nvPr/>
        </p:nvSpPr>
        <p:spPr>
          <a:xfrm>
            <a:off x="3667888" y="2364027"/>
            <a:ext cx="1582500" cy="597900"/>
          </a:xfrm>
          <a:prstGeom prst="rect">
            <a:avLst/>
          </a:prstGeom>
          <a:solidFill>
            <a:srgbClr val="6AA84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" sz="1100" u="none" cap="none" strike="noStrike">
                <a:solidFill>
                  <a:srgbClr val="FFFFFF"/>
                </a:solidFill>
              </a:rPr>
              <a:t>Milestone 2</a:t>
            </a:r>
            <a:endParaRPr b="1" i="0" sz="1100" u="none" cap="none" strike="noStrike">
              <a:solidFill>
                <a:srgbClr val="FFFFFF"/>
              </a:solidFill>
            </a:endParaRPr>
          </a:p>
        </p:txBody>
      </p:sp>
      <p:sp>
        <p:nvSpPr>
          <p:cNvPr id="82" name="Google Shape;82;p13"/>
          <p:cNvSpPr txBox="1"/>
          <p:nvPr/>
        </p:nvSpPr>
        <p:spPr>
          <a:xfrm>
            <a:off x="989563" y="2364025"/>
            <a:ext cx="1582500" cy="578400"/>
          </a:xfrm>
          <a:prstGeom prst="rect">
            <a:avLst/>
          </a:prstGeom>
          <a:solidFill>
            <a:srgbClr val="6AA84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" sz="1100" u="none" cap="none" strike="noStrike">
                <a:solidFill>
                  <a:srgbClr val="FFFFFF"/>
                </a:solidFill>
              </a:rPr>
              <a:t>Milestone 1</a:t>
            </a:r>
            <a:endParaRPr b="1" i="0" sz="1100" u="none" cap="none" strike="noStrike"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FFAB40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